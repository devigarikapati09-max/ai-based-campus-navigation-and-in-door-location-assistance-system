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Funnel Sans" pitchFamily="2" charset="0"/>
      <p:regular r:id="rId13"/>
    </p:embeddedFont>
    <p:embeddedFont>
      <p:font typeface="Funnel Sans Bold" pitchFamily="2" charset="0"/>
      <p:regular r:id="rId14"/>
      <p:bold r:id="rId15"/>
    </p:embeddedFont>
    <p:embeddedFont>
      <p:font typeface="Mona Sans SemiBold" pitchFamily="2" charset="77"/>
      <p:regular r:id="rId16"/>
      <p:bold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3504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73299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AI-Based Campus Navigation &amp; Indoor Location Assistance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14861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 intelligent, real-time navigation system for academic buildings and laboratories — bridging the gap between GPS limitations and the complex indoor environments of modern educational campuses.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654772"/>
            <a:ext cx="2056135" cy="215354"/>
          </a:xfrm>
          <a:prstGeom prst="roundRect">
            <a:avLst>
              <a:gd name="adj" fmla="val 22119"/>
            </a:avLst>
          </a:prstGeom>
          <a:solidFill>
            <a:srgbClr val="E2E4E9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697263"/>
            <a:ext cx="234322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ACADEMIC PROJECT PRESENTATION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623096" y="3654772"/>
            <a:ext cx="2462659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373B4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08151" y="3697263"/>
            <a:ext cx="274974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AI · INDOOR POSITIONING · SMART CAMPUS</a:t>
            </a:r>
            <a:endParaRPr lang="en-US" sz="8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9ECC86-0226-40DC-A403-F3CB987F3519}"/>
              </a:ext>
            </a:extLst>
          </p:cNvPr>
          <p:cNvSpPr txBox="1"/>
          <p:nvPr/>
        </p:nvSpPr>
        <p:spPr>
          <a:xfrm>
            <a:off x="496119" y="40720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5F035F-F8E5-C520-28C4-DA9695594281}"/>
              </a:ext>
            </a:extLst>
          </p:cNvPr>
          <p:cNvSpPr txBox="1"/>
          <p:nvPr/>
        </p:nvSpPr>
        <p:spPr>
          <a:xfrm>
            <a:off x="496119" y="4210585"/>
            <a:ext cx="16622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GARIKIPATI DEEPAK</a:t>
            </a:r>
          </a:p>
          <a:p>
            <a:r>
              <a:rPr lang="en-IN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323129512063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8041"/>
            <a:ext cx="4722763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The Problem: Lost in Large Academic Buildings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496119" y="1435819"/>
            <a:ext cx="4722763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Conventional GPS fails indoors. Students, faculty, and visitors struggle to locate classrooms, labs, and offices in multi-storey buildings — wasting time, causing stress, and reducing campus productivity.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96119" y="2214042"/>
            <a:ext cx="2297013" cy="1412453"/>
          </a:xfrm>
          <a:prstGeom prst="roundRect">
            <a:avLst>
              <a:gd name="adj" fmla="val 4018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5943" y="2353866"/>
            <a:ext cx="2017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GPS Blind Spots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5943" y="2642220"/>
            <a:ext cx="2017365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Standard GPS signals cannot penetrate building interiors, leaving users without any positional guidance once inside.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921868" y="2214042"/>
            <a:ext cx="2297013" cy="1412453"/>
          </a:xfrm>
          <a:prstGeom prst="roundRect">
            <a:avLst>
              <a:gd name="adj" fmla="val 4018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61692" y="2353866"/>
            <a:ext cx="2017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Complex Layouts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061692" y="2642220"/>
            <a:ext cx="2017365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Multi-storey academic buildings with hundreds of rooms create a maze that static maps cannot resolve in real time.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96119" y="3755231"/>
            <a:ext cx="4722763" cy="990228"/>
          </a:xfrm>
          <a:prstGeom prst="roundRect">
            <a:avLst>
              <a:gd name="adj" fmla="val 5731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943" y="3895055"/>
            <a:ext cx="444311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Accessibility Gaps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5943" y="4183410"/>
            <a:ext cx="444311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Differently-abled users lack specialized navigation support, making campus navigation inequitable and exclusionary.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Existing Challenges in Indoor Navigation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341290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Why Current Solutions Fall Short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493169"/>
            <a:ext cx="398673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Most campuses rely on printed maps, basic directory boards, or generic smartphone apps that offer no real-time indoor positioning. These tools cannot adapt to dynamic changes like room reassignments or schedule updates, leaving users without reliable, actionable guidance.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665911" y="2801169"/>
            <a:ext cx="3986733" cy="281285"/>
          </a:xfrm>
          <a:prstGeom prst="roundRect">
            <a:avLst>
              <a:gd name="adj" fmla="val 10915"/>
            </a:avLst>
          </a:prstGeom>
          <a:solidFill>
            <a:srgbClr val="E2E4E9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985" y="2895154"/>
            <a:ext cx="91306" cy="730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03366" y="2853258"/>
            <a:ext cx="367620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2023 study found that first-year students spend an average of </a:t>
            </a:r>
            <a:r>
              <a:rPr lang="en-US" sz="550" b="1" dirty="0">
                <a:solidFill>
                  <a:srgbClr val="000000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18 minutes</a:t>
            </a:r>
            <a:r>
              <a:rPr lang="en-US" sz="5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searching for their first classroom in an unfamiliar building.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0932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Project Objectives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963885"/>
            <a:ext cx="8151763" cy="6777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9188" y="1196876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52215" y="1091133"/>
            <a:ext cx="746841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Accurate Indoor Positioning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52215" y="1321594"/>
            <a:ext cx="746841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Determine user location within buildings using QR codes, Bluetooth beacons, Wi-Fi fingerprinting, and computer vision.</a:t>
            </a:r>
            <a:endParaRPr lang="en-US" sz="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31615"/>
            <a:ext cx="8151763" cy="6777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9188" y="1964606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52215" y="1858863"/>
            <a:ext cx="746841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Real-Time Route Optimization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052215" y="2089324"/>
            <a:ext cx="746841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Compute and display the shortest, most efficient path to any campus destination dynamically.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499345"/>
            <a:ext cx="8151763" cy="6777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9188" y="2732336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052215" y="2626593"/>
            <a:ext cx="746841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Voice-Guided Navigation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052215" y="2857054"/>
            <a:ext cx="746841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Provide hands-free, turn-by-turn audio guidance for an intuitive, eyes-free navigation experience.</a:t>
            </a:r>
            <a:endParaRPr lang="en-US" sz="8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267075"/>
            <a:ext cx="8151763" cy="67776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9188" y="3500065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052215" y="3394323"/>
            <a:ext cx="746841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Accessibility &amp; Inclusivity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1052215" y="3624783"/>
            <a:ext cx="746841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Support differently-abled users with wheelchair-accessible routing, screen reader compatibility, and visual aids.</a:t>
            </a:r>
            <a:endParaRPr lang="en-US" sz="8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034805"/>
            <a:ext cx="8151763" cy="67776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49188" y="4267795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1052215" y="4162053"/>
            <a:ext cx="746841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Live Notifications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1052215" y="4392513"/>
            <a:ext cx="746841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Push real-time alerts for room changes, schedule updates, and facility availability directly to users.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3473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Proposed Solution at a Glance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28043"/>
            <a:ext cx="5187032" cy="29392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6703" y="1535981"/>
            <a:ext cx="2645866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 Unified Smart Navigation Platform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006703" y="2064693"/>
            <a:ext cx="2645866" cy="1606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system combines AI-powered localization with a digital campus map to deliver seamless indoor-outdoor navigation. Users simply open the app, select a destination, and receive real-time, step-by-step guidance — whether they are crossing campus or navigating a five-storey laboratory building.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083" y="4344851"/>
            <a:ext cx="196007" cy="1960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0800" y="4338340"/>
            <a:ext cx="219216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Hybrid indoor positioning using multiple sensor modalities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2468" y="4344851"/>
            <a:ext cx="196007" cy="19600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88184" y="4338340"/>
            <a:ext cx="2192238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AI-driven shortest-path routing with live updates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79927" y="4344851"/>
            <a:ext cx="196007" cy="19600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55643" y="4338340"/>
            <a:ext cx="2192238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Multi-language, voice-enabled, accessibility-first design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System Architecture</a:t>
            </a:r>
            <a:endParaRPr lang="en-US" sz="1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52847"/>
            <a:ext cx="8151763" cy="3730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67310" y="1262369"/>
            <a:ext cx="1803246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 &amp; Infra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67310" y="1551891"/>
            <a:ext cx="1987578" cy="287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Map DB, beacons, Wi‑Fi, cloud servers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12951" y="2488577"/>
            <a:ext cx="1803247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AI Engine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8908" y="2778098"/>
            <a:ext cx="1827290" cy="287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Positioning, route optimization, NLP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67310" y="3121717"/>
            <a:ext cx="1803246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Core UI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67310" y="3411238"/>
            <a:ext cx="1987578" cy="287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Mobile app, web portal, voice assistant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6119" y="4539630"/>
            <a:ext cx="8151763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architecture is organized into four interconnected layers, enabling seamless data flow from physical sensors through AI processing to the end-user interface — ensuring low latency, high accuracy, and system scalability across the entire campus.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6123"/>
            <a:ext cx="4722763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Indoor Positioning Technologies</a:t>
            </a:r>
            <a:endParaRPr lang="en-US" sz="2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856134"/>
            <a:ext cx="260226" cy="2602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119" y="1211907"/>
            <a:ext cx="472276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QR Code Markers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496119" y="1420416"/>
            <a:ext cx="4722763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Strategically placed at corridors and entrances. Users scan to anchor their precise location within the building map.</a:t>
            </a:r>
            <a:endParaRPr lang="en-US" sz="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862138"/>
            <a:ext cx="260226" cy="26022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6119" y="2217911"/>
            <a:ext cx="472276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Bluetooth Beacons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496119" y="2426419"/>
            <a:ext cx="4722763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Low-energy BLE beacons broadcast signals that the app uses for proximity-based triangulation with sub-meter accuracy.</a:t>
            </a:r>
            <a:endParaRPr lang="en-US" sz="8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868141"/>
            <a:ext cx="260226" cy="26022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6119" y="3223915"/>
            <a:ext cx="472276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Wi-Fi Fingerprinting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496119" y="3432423"/>
            <a:ext cx="4722763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ML models match real-time Wi-Fi signal strength patterns against a pre-surveyed fingerprint database for room-level precision.</a:t>
            </a:r>
            <a:endParaRPr lang="en-US" sz="8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874145"/>
            <a:ext cx="260226" cy="26022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96119" y="4229919"/>
            <a:ext cx="472276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Computer Vision</a:t>
            </a:r>
            <a:endParaRPr lang="en-US" sz="1000" dirty="0"/>
          </a:p>
        </p:txBody>
      </p:sp>
      <p:sp>
        <p:nvSpPr>
          <p:cNvPr id="15" name="Text 8"/>
          <p:cNvSpPr/>
          <p:nvPr/>
        </p:nvSpPr>
        <p:spPr>
          <a:xfrm>
            <a:off x="496119" y="4438427"/>
            <a:ext cx="4722763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Camera-based visual localization identifies architectural features and signage to determine position without any hardware installation.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AI Technologies &amp; Core Modules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2120578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AI Stack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277145"/>
            <a:ext cx="1974503" cy="494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6818" y="2359744"/>
            <a:ext cx="1771204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Deep Learning (CNN / RNN)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616818" y="2511623"/>
            <a:ext cx="177120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Wi-Fi fingerprint classification and visual scene recognition for precise localization.</a:t>
            </a:r>
            <a:endParaRPr lang="en-US" sz="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8275" y="2277145"/>
            <a:ext cx="1974577" cy="494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628974" y="2359744"/>
            <a:ext cx="1771278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Natural Language Processing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2628974" y="2511623"/>
            <a:ext cx="1771278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Voice command understanding and text-to-speech for guided navigation.</a:t>
            </a:r>
            <a:endParaRPr lang="en-US" sz="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808982"/>
            <a:ext cx="1974503" cy="4941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6818" y="2891582"/>
            <a:ext cx="1771204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Graph Neural Networks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616818" y="3043461"/>
            <a:ext cx="177120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Dynamic pathfinding that adapts to real-time congestion and accessibility constraints.</a:t>
            </a:r>
            <a:endParaRPr lang="en-US" sz="5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8275" y="2808982"/>
            <a:ext cx="1974577" cy="4941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628974" y="2891582"/>
            <a:ext cx="1771278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Federated Learning</a:t>
            </a:r>
            <a:endParaRPr lang="en-US" sz="700" dirty="0"/>
          </a:p>
        </p:txBody>
      </p:sp>
      <p:sp>
        <p:nvSpPr>
          <p:cNvPr id="15" name="Text 9"/>
          <p:cNvSpPr/>
          <p:nvPr/>
        </p:nvSpPr>
        <p:spPr>
          <a:xfrm>
            <a:off x="2628974" y="3043461"/>
            <a:ext cx="1771278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Privacy-preserving model updates from user data without centralizing sensitive location information.</a:t>
            </a:r>
            <a:endParaRPr lang="en-US" sz="5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339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Workflow &amp; User Journey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49896"/>
            <a:ext cx="8151763" cy="2157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4863" y="2279234"/>
            <a:ext cx="1232236" cy="22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Open App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124863" y="2562625"/>
            <a:ext cx="1232236" cy="35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Grant location permissions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536915" y="2120378"/>
            <a:ext cx="1232236" cy="441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Detect Position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536915" y="2624402"/>
            <a:ext cx="1232236" cy="35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QR, BLE beacon, or Wi‑Fi fingerprint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948967" y="2279234"/>
            <a:ext cx="1232236" cy="441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Choose Destination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948967" y="2783258"/>
            <a:ext cx="1232236" cy="529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Select from searchable campus directory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361019" y="1767365"/>
            <a:ext cx="1232236" cy="441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Compute Route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361019" y="2271389"/>
            <a:ext cx="1232236" cy="706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AI optimizes for accessibility and real‑time constraints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780916" y="2279234"/>
            <a:ext cx="1232236" cy="441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Begin Navigation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780916" y="2783258"/>
            <a:ext cx="1232236" cy="529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Voice turn‑by‑turn with live notifications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6119" y="386640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From first launch to arrival, the system delivers a frictionless experience — combining automatic positioning, intelligent routing, and accessible guidance to ensure every user reaches their destination confidently and efficiently.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0525"/>
            <a:ext cx="47227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Expected Outcomes &amp; Impact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3925119" y="831800"/>
            <a:ext cx="472276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~60%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3925119" y="1241747"/>
            <a:ext cx="4722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Time Saved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925119" y="1428973"/>
            <a:ext cx="47227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1000"/>
              </a:lnSpc>
              <a:buNone/>
            </a:pPr>
            <a:r>
              <a:rPr lang="en-US" sz="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Estimated reduction in time spent locating destinations within unfamiliar buildings.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3925119" y="1731987"/>
            <a:ext cx="472276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5+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3925119" y="2141934"/>
            <a:ext cx="4722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Positioning Methods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925119" y="2329160"/>
            <a:ext cx="47227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1000"/>
              </a:lnSpc>
              <a:buNone/>
            </a:pPr>
            <a:r>
              <a:rPr lang="en-US" sz="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Hybrid techniques ensure reliability across diverse building environments.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925119" y="2632174"/>
            <a:ext cx="472276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100%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3925119" y="3042121"/>
            <a:ext cx="4722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Accessibility Coverage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925119" y="3229347"/>
            <a:ext cx="47227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1000"/>
              </a:lnSpc>
              <a:buNone/>
            </a:pPr>
            <a:r>
              <a:rPr lang="en-US" sz="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Full support for differently-abled users with adaptive routing and assistive features.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925119" y="3532361"/>
            <a:ext cx="472276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24/7</a:t>
            </a:r>
            <a:endParaRPr lang="en-US" sz="2450" dirty="0"/>
          </a:p>
        </p:txBody>
      </p:sp>
      <p:sp>
        <p:nvSpPr>
          <p:cNvPr id="14" name="Text 11"/>
          <p:cNvSpPr/>
          <p:nvPr/>
        </p:nvSpPr>
        <p:spPr>
          <a:xfrm>
            <a:off x="3925119" y="3942308"/>
            <a:ext cx="4722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Real-Time Availability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925119" y="4129534"/>
            <a:ext cx="47227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1000"/>
              </a:lnSpc>
              <a:buNone/>
            </a:pPr>
            <a:r>
              <a:rPr lang="en-US" sz="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Continuous live updates for schedules, room changes, and facility status.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925119" y="4328889"/>
            <a:ext cx="4722763" cy="424011"/>
          </a:xfrm>
          <a:prstGeom prst="roundRect">
            <a:avLst>
              <a:gd name="adj" fmla="val 9435"/>
            </a:avLst>
          </a:prstGeom>
          <a:solidFill>
            <a:srgbClr val="B6FCB8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0369" y="4450333"/>
            <a:ext cx="119062" cy="9525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234681" y="4416698"/>
            <a:ext cx="4317950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system lays the foundation for a </a:t>
            </a:r>
            <a:r>
              <a:rPr lang="en-US" sz="750" b="1" dirty="0">
                <a:solidFill>
                  <a:srgbClr val="000000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smart, technology-enabled campus</a:t>
            </a:r>
            <a:r>
              <a:rPr lang="en-US" sz="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improving accessibility, reducing navigation friction, and enhancing overall institutional productivity.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801</Words>
  <Application>Microsoft Macintosh PowerPoint</Application>
  <PresentationFormat>On-screen Show (16:9)</PresentationFormat>
  <Paragraphs>103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Mona Sans SemiBold</vt:lpstr>
      <vt:lpstr>Times New Roman</vt:lpstr>
      <vt:lpstr>Funnel Sans</vt:lpstr>
      <vt:lpstr>Arial</vt:lpstr>
      <vt:lpstr>Funnel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Lalam githa vamsiram</cp:lastModifiedBy>
  <cp:revision>4</cp:revision>
  <dcterms:created xsi:type="dcterms:W3CDTF">2026-07-28T05:07:17Z</dcterms:created>
  <dcterms:modified xsi:type="dcterms:W3CDTF">2026-08-07T05:17:59Z</dcterms:modified>
</cp:coreProperties>
</file>